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531352" cy="4114800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69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EE7B7"/>
                </a:solidFill>
                <a:latin typeface="Calibri"/>
              </a:rPr>
              <a:t>SAE S4 - DWM.01 | BUT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MiniPress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93C5FD"/>
                </a:solidFill>
                <a:latin typeface="Calibri"/>
              </a:rPr>
              <a:t>Architecture du Système (Docker Compose)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PLAN D'INFRASTRUCTURE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Vue d'ensemble Docker Compose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8288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MariaDB
(sql)
Vol: mdb
Port: 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1828800" cy="914400"/>
          </a:xfrm>
          <a:prstGeom prst="rect">
            <a:avLst/>
          </a:prstGeom>
          <a:solidFill>
            <a:srgbClr val="0F172A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Adminer
Port: 30000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554480"/>
            <a:ext cx="1828800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Core API
(PHP)
Port: 30003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383280"/>
            <a:ext cx="1828800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37490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Core Admin
(PHP)
Port: 30002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011680"/>
            <a:ext cx="1828800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2377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Web Client
(Nginx)
Port: 30001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011680"/>
            <a:ext cx="1828800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23774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Mobile App
(Flutter)
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7E8F9"/>
                </a:solidFill>
                <a:latin typeface="Calibri"/>
              </a:rPr>
              <a:t>Reseau isole: minipress.net (bridge)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COUCHE DONNEES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Base de donnees &amp; Administration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4846320" cy="32004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1280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EE7B7"/>
                </a:solidFill>
                <a:latin typeface="Calibri"/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'sql' (MariaDB)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Image: mariadb:11.4
Container: minipress_db
Reseau: alias 'sql.db'
Volume: 'mdb' pour persistance dans /var/lib/mysql
Configured via .database.env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4846320" cy="32004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799" y="1965960"/>
            <a:ext cx="106386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67E8F9"/>
                </a:solidFill>
                <a:latin typeface="Calibri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'adminer'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766" y="2724912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Image: adminer:5.4.2
Port Expose: 30000 (map vers 8080)
Commande: php -S 0.0.0.0:8080 -t /var/www/html
Dependance: wait for 'sql'
Permet la gestion de la BDD via interface web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44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COUCHE METIER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Backend (Core API &amp; Admin)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4846320" cy="36576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79" y="1965960"/>
            <a:ext cx="7051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3C5FD"/>
                </a:solidFill>
                <a:latin typeface="Calibr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'coreapi' (PHP)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Build: ./core.Dockerfile
Volume local: './core:/app'
Port Expose: 30003 (map vers 80)
Sert le dossier: /app/public/api
Fournit les endpoints JSON pour les clients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4846320" cy="36576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10136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93C5FD"/>
                </a:solidFill>
                <a:latin typeface="Calibri"/>
              </a:rPr>
              <a:t>Backoffice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Service '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coreadmin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' (PHP)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24912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Calibri"/>
              </a:rPr>
              <a:t>Build: ./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core.Dockerfile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
Volume local: './core:/app'
Port Expose: 30002 (map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vers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80)
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Sert</a:t>
            </a:r>
            <a:r>
              <a:rPr sz="1100" b="0" i="0" dirty="0">
                <a:solidFill>
                  <a:srgbClr val="94A3B8"/>
                </a:solidFill>
                <a:latin typeface="Calibri"/>
              </a:rPr>
              <a:t> le dossier: /app/public/admin
Interface Twig pour les </a:t>
            </a:r>
            <a:r>
              <a:rPr sz="1100" b="0" i="0" dirty="0" err="1">
                <a:solidFill>
                  <a:srgbClr val="94A3B8"/>
                </a:solidFill>
                <a:latin typeface="Calibri"/>
              </a:rPr>
              <a:t>administrateurs</a:t>
            </a:r>
            <a:endParaRPr sz="1100" b="0" i="0" dirty="0">
              <a:solidFill>
                <a:srgbClr val="94A3B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BBF24"/>
                </a:solidFill>
                <a:latin typeface="Calibri"/>
              </a:rPr>
              <a:t>Les deux services partagent le code source PHP mais servent des points d'entree differents.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COUCHE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Frontend Web (Client Nginx)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79" y="1965960"/>
            <a:ext cx="92495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BBF24"/>
                </a:solidFill>
                <a:latin typeface="Calibri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 'web' (Nginx)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Image: nginx:1.31.1
Port Expose: 30001 (map vers 80)
Volume local: './web/src:/usr/share/nginx/html:ro' (Read-Only)
Sert les fichiers statiques developpes en TypeScript (compiles via webpack en index.js) et les templates Handlebars.
Consomme l'API REST via le port 30003.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  <a:latin typeface="Calibri"/>
              </a:rPr>
              <a:t>COUCHE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Application Mobile (Flutter)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332720" cy="32004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79" y="1965960"/>
            <a:ext cx="1171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818CF8"/>
                </a:solidFill>
                <a:latin typeface="Calibri"/>
              </a:rPr>
              <a:t>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966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Client Externe 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L'application Flutter n'est pas dans docker-compose.
Elle s'execute sur un emulateur ou un appareil physique.
Connexion: Communique avec l'API REST 'coreapi' exposee sur le port 30003 (via l'adresse IP de la machine hôte ou 10.0.2.2 pour l'emulateur Android).
Assure une experience native riche.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07 / 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7200"/>
            <a:ext cx="6094476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4476" y="6807200"/>
            <a:ext cx="6094476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Bilan de l'Architecture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60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  <a:latin typeface="Calibri"/>
              </a:rPr>
              <a:t>•  Isolation forte : chaque composant a son propre conteneur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08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  <a:latin typeface="Calibri"/>
              </a:rPr>
              <a:t>•  Reseau virtuel 'minipress.net' pour la communication interne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  <a:latin typeface="Calibri"/>
              </a:rPr>
              <a:t>•  Ports exposes proprement (30000 à 30003) pour ne pas polluer l'hôte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206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  <a:latin typeface="Calibri"/>
              </a:rPr>
              <a:t>•  Persistance des donnees MariaDB via volumes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54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  <a:latin typeface="Calibri"/>
              </a:rPr>
              <a:t>•  Rechargement a chaud possible (volumes montes pour le code /app et /web/src)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553</Words>
  <Application>Microsoft Office PowerPoint</Application>
  <PresentationFormat>Custom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Luca Vidiri</cp:lastModifiedBy>
  <cp:revision>2</cp:revision>
  <dcterms:created xsi:type="dcterms:W3CDTF">2013-01-27T09:14:16Z</dcterms:created>
  <dcterms:modified xsi:type="dcterms:W3CDTF">2026-06-17T06:43:17Z</dcterms:modified>
  <cp:category/>
</cp:coreProperties>
</file>